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>
        <p:scale>
          <a:sx n="50" d="100"/>
          <a:sy n="50" d="100"/>
        </p:scale>
        <p:origin x="1278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F8C5-2491-4795-A28A-B44B6818799A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C6F3-DA75-4EBB-869F-6B5EAEFBCF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518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F8C5-2491-4795-A28A-B44B6818799A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C6F3-DA75-4EBB-869F-6B5EAEFBCF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7917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F8C5-2491-4795-A28A-B44B6818799A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C6F3-DA75-4EBB-869F-6B5EAEFBCF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7556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F8C5-2491-4795-A28A-B44B6818799A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C6F3-DA75-4EBB-869F-6B5EAEFBCF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407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F8C5-2491-4795-A28A-B44B6818799A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C6F3-DA75-4EBB-869F-6B5EAEFBCF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305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F8C5-2491-4795-A28A-B44B6818799A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C6F3-DA75-4EBB-869F-6B5EAEFBCF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0878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F8C5-2491-4795-A28A-B44B6818799A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C6F3-DA75-4EBB-869F-6B5EAEFBCF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2696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F8C5-2491-4795-A28A-B44B6818799A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C6F3-DA75-4EBB-869F-6B5EAEFBCF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6332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F8C5-2491-4795-A28A-B44B6818799A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C6F3-DA75-4EBB-869F-6B5EAEFBCF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2261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F8C5-2491-4795-A28A-B44B6818799A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C6F3-DA75-4EBB-869F-6B5EAEFBCF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8780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F8C5-2491-4795-A28A-B44B6818799A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C6F3-DA75-4EBB-869F-6B5EAEFBCF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5348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2F8C5-2491-4795-A28A-B44B6818799A}" type="datetimeFigureOut">
              <a:rPr lang="ru-RU" smtClean="0"/>
              <a:t>11.02.2021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0C6F3-DA75-4EBB-869F-6B5EAEFBCF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009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79" y="1228066"/>
            <a:ext cx="5781675" cy="458002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995" y="1096340"/>
            <a:ext cx="5671698" cy="4578003"/>
          </a:xfrm>
          <a:prstGeom prst="rect">
            <a:avLst/>
          </a:prstGeom>
        </p:spPr>
      </p:pic>
      <p:pic>
        <p:nvPicPr>
          <p:cNvPr id="7" name="Рисунок 2" descr="cid:image001.png@01D6AC3F.DEA4D5B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79" y="160603"/>
            <a:ext cx="1470025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D:\DIE\GMS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802"/>
          <a:stretch>
            <a:fillRect/>
          </a:stretch>
        </p:blipFill>
        <p:spPr bwMode="auto">
          <a:xfrm>
            <a:off x="10521912" y="115716"/>
            <a:ext cx="1634091" cy="870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2862" y="6286665"/>
            <a:ext cx="999831" cy="4938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30601" y="5699176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3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501094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14" y="164489"/>
            <a:ext cx="5654950" cy="356344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989" y="73049"/>
            <a:ext cx="5544149" cy="365488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414" y="3896751"/>
            <a:ext cx="5524222" cy="296124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3787213"/>
            <a:ext cx="5336388" cy="307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371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18" y="223836"/>
            <a:ext cx="5200650" cy="31146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012" y="223836"/>
            <a:ext cx="5786438" cy="31718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18" y="3424237"/>
            <a:ext cx="5200650" cy="322897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0762" y="3543299"/>
            <a:ext cx="5500688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920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37" y="342900"/>
            <a:ext cx="5205413" cy="33147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409575"/>
            <a:ext cx="5329230" cy="3248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0537" y="3702872"/>
            <a:ext cx="1102994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smtClean="0"/>
              <a:t>Ушбу </a:t>
            </a:r>
            <a:r>
              <a:rPr lang="ru-RU" sz="3200" dirty="0" err="1" smtClean="0"/>
              <a:t>стандартнинг</a:t>
            </a:r>
            <a:r>
              <a:rPr lang="ru-RU" sz="3200" dirty="0" smtClean="0"/>
              <a:t> </a:t>
            </a:r>
            <a:r>
              <a:rPr lang="ru-RU" sz="3200" dirty="0" err="1" smtClean="0"/>
              <a:t>максади</a:t>
            </a:r>
            <a:r>
              <a:rPr lang="ru-RU" sz="3200" dirty="0" smtClean="0"/>
              <a:t> </a:t>
            </a:r>
            <a:r>
              <a:rPr lang="ru-RU" sz="3200" dirty="0" err="1" smtClean="0"/>
              <a:t>хавф</a:t>
            </a:r>
            <a:r>
              <a:rPr lang="ru-RU" sz="3200" dirty="0" smtClean="0"/>
              <a:t> </a:t>
            </a:r>
            <a:r>
              <a:rPr lang="ru-RU" sz="3200" dirty="0" err="1" smtClean="0"/>
              <a:t>хатарларни</a:t>
            </a:r>
            <a:r>
              <a:rPr lang="ru-RU" sz="3200" dirty="0" smtClean="0"/>
              <a:t> </a:t>
            </a:r>
            <a:r>
              <a:rPr lang="ru-RU" sz="3200" dirty="0" err="1" smtClean="0"/>
              <a:t>корхонада</a:t>
            </a:r>
            <a:endParaRPr lang="ru-RU" sz="3200" dirty="0" smtClean="0"/>
          </a:p>
          <a:p>
            <a:r>
              <a:rPr lang="ru-RU" sz="3200" dirty="0" err="1"/>
              <a:t>б</a:t>
            </a:r>
            <a:r>
              <a:rPr lang="ru-RU" sz="3200" dirty="0" err="1" smtClean="0"/>
              <a:t>ахолаш</a:t>
            </a:r>
            <a:r>
              <a:rPr lang="ru-RU" sz="3200" dirty="0" smtClean="0"/>
              <a:t> </a:t>
            </a:r>
            <a:r>
              <a:rPr lang="ru-RU" sz="3200" dirty="0" err="1" smtClean="0"/>
              <a:t>ва</a:t>
            </a:r>
            <a:r>
              <a:rPr lang="ru-RU" sz="3200" dirty="0" smtClean="0"/>
              <a:t> </a:t>
            </a:r>
            <a:r>
              <a:rPr lang="ru-RU" sz="3200" dirty="0" err="1" smtClean="0"/>
              <a:t>бошкариш</a:t>
            </a:r>
            <a:r>
              <a:rPr lang="ru-RU" sz="3200" dirty="0" smtClean="0"/>
              <a:t> </a:t>
            </a:r>
            <a:r>
              <a:rPr lang="ru-RU" sz="3200" dirty="0" err="1" smtClean="0"/>
              <a:t>оркали</a:t>
            </a:r>
            <a:r>
              <a:rPr lang="ru-RU" sz="3200" dirty="0" smtClean="0"/>
              <a:t> </a:t>
            </a:r>
            <a:r>
              <a:rPr lang="ru-RU" sz="3200" dirty="0" err="1" smtClean="0"/>
              <a:t>мехнат</a:t>
            </a:r>
            <a:r>
              <a:rPr lang="ru-RU" sz="3200" dirty="0" smtClean="0"/>
              <a:t> </a:t>
            </a:r>
            <a:r>
              <a:rPr lang="ru-RU" sz="3200" dirty="0" err="1" smtClean="0"/>
              <a:t>шароитларни</a:t>
            </a:r>
            <a:r>
              <a:rPr lang="ru-RU" sz="3200" dirty="0" smtClean="0"/>
              <a:t> </a:t>
            </a:r>
            <a:r>
              <a:rPr lang="ru-RU" sz="3200" dirty="0" err="1" smtClean="0"/>
              <a:t>яхшилаш</a:t>
            </a:r>
            <a:r>
              <a:rPr lang="ru-RU" sz="3200" dirty="0" smtClean="0"/>
              <a:t>,</a:t>
            </a:r>
          </a:p>
          <a:p>
            <a:r>
              <a:rPr lang="ru-RU" sz="3200" dirty="0" smtClean="0"/>
              <a:t> </a:t>
            </a:r>
            <a:r>
              <a:rPr lang="ru-RU" sz="3200" dirty="0" err="1" smtClean="0"/>
              <a:t>Ишларни</a:t>
            </a:r>
            <a:r>
              <a:rPr lang="ru-RU" sz="3200" dirty="0" smtClean="0"/>
              <a:t> </a:t>
            </a:r>
            <a:r>
              <a:rPr lang="ru-RU" sz="3200" dirty="0" err="1" smtClean="0"/>
              <a:t>хавфсиз</a:t>
            </a:r>
            <a:r>
              <a:rPr lang="ru-RU" sz="3200" dirty="0" smtClean="0"/>
              <a:t> </a:t>
            </a:r>
            <a:r>
              <a:rPr lang="ru-RU" sz="3200" dirty="0" err="1" smtClean="0"/>
              <a:t>бажариш</a:t>
            </a:r>
            <a:r>
              <a:rPr lang="ru-RU" sz="3200" dirty="0" smtClean="0"/>
              <a:t> </a:t>
            </a:r>
            <a:r>
              <a:rPr lang="ru-RU" sz="3200" dirty="0" err="1" smtClean="0"/>
              <a:t>усулларини</a:t>
            </a:r>
            <a:r>
              <a:rPr lang="ru-RU" sz="3200" dirty="0" smtClean="0"/>
              <a:t> </a:t>
            </a:r>
            <a:r>
              <a:rPr lang="ru-RU" sz="3200" dirty="0" err="1" smtClean="0"/>
              <a:t>такомиллаштириш</a:t>
            </a:r>
            <a:r>
              <a:rPr lang="ru-RU" sz="3200" dirty="0" smtClean="0"/>
              <a:t>, </a:t>
            </a:r>
          </a:p>
          <a:p>
            <a:r>
              <a:rPr lang="ru-RU" sz="3200" dirty="0" err="1"/>
              <a:t>ж</a:t>
            </a:r>
            <a:r>
              <a:rPr lang="ru-RU" sz="3200" dirty="0" err="1" smtClean="0"/>
              <a:t>арохат</a:t>
            </a:r>
            <a:r>
              <a:rPr lang="ru-RU" sz="3200" dirty="0" smtClean="0"/>
              <a:t> </a:t>
            </a:r>
            <a:r>
              <a:rPr lang="ru-RU" sz="3200" dirty="0" err="1" smtClean="0"/>
              <a:t>ва</a:t>
            </a:r>
            <a:r>
              <a:rPr lang="ru-RU" sz="3200" dirty="0" smtClean="0"/>
              <a:t> </a:t>
            </a:r>
            <a:r>
              <a:rPr lang="ru-RU" sz="3200" dirty="0" err="1" smtClean="0"/>
              <a:t>касб</a:t>
            </a:r>
            <a:r>
              <a:rPr lang="ru-RU" sz="3200" dirty="0" smtClean="0"/>
              <a:t> </a:t>
            </a:r>
            <a:r>
              <a:rPr lang="ru-RU" sz="3200" dirty="0" err="1" smtClean="0"/>
              <a:t>касалликларини</a:t>
            </a:r>
            <a:r>
              <a:rPr lang="ru-RU" sz="3200" dirty="0" smtClean="0"/>
              <a:t> </a:t>
            </a:r>
            <a:r>
              <a:rPr lang="ru-RU" sz="3200" dirty="0" err="1" smtClean="0"/>
              <a:t>олдини</a:t>
            </a:r>
            <a:r>
              <a:rPr lang="ru-RU" sz="3200" dirty="0" smtClean="0"/>
              <a:t> </a:t>
            </a:r>
            <a:r>
              <a:rPr lang="ru-RU" sz="3200" dirty="0" err="1" smtClean="0"/>
              <a:t>олишга</a:t>
            </a:r>
            <a:r>
              <a:rPr lang="ru-RU" sz="3200" dirty="0" smtClean="0"/>
              <a:t> </a:t>
            </a:r>
            <a:r>
              <a:rPr lang="ru-RU" sz="3200" dirty="0" err="1" smtClean="0"/>
              <a:t>каратилган</a:t>
            </a:r>
            <a:endParaRPr lang="ru-RU" sz="3200" dirty="0" smtClean="0"/>
          </a:p>
          <a:p>
            <a:r>
              <a:rPr lang="ru-RU" sz="3200" dirty="0" err="1"/>
              <a:t>ж</a:t>
            </a:r>
            <a:r>
              <a:rPr lang="ru-RU" sz="3200" dirty="0" err="1" smtClean="0"/>
              <a:t>араёндир</a:t>
            </a:r>
            <a:r>
              <a:rPr lang="ru-RU" sz="3200" dirty="0" smtClean="0"/>
              <a:t>.</a:t>
            </a:r>
            <a:endParaRPr lang="ru-RU" sz="32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9572" y="6220648"/>
            <a:ext cx="999831" cy="4938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07311" y="5633159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3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2270642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32</Words>
  <Application>Microsoft Office PowerPoint</Application>
  <PresentationFormat>Широкоэкранный</PresentationFormat>
  <Paragraphs>7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Azimjon Nomanov</dc:creator>
  <cp:lastModifiedBy>Azimjon Nomanov</cp:lastModifiedBy>
  <cp:revision>5</cp:revision>
  <dcterms:created xsi:type="dcterms:W3CDTF">2021-02-11T04:58:11Z</dcterms:created>
  <dcterms:modified xsi:type="dcterms:W3CDTF">2021-02-11T05:10:17Z</dcterms:modified>
</cp:coreProperties>
</file>