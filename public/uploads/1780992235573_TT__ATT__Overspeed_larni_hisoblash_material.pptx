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  <p:sldMasterId id="2147483708" r:id="rId2"/>
    <p:sldMasterId id="2147483732" r:id="rId3"/>
  </p:sldMasterIdLst>
  <p:notesMasterIdLst>
    <p:notesMasterId r:id="rId7"/>
  </p:notesMasterIdLst>
  <p:sldIdLst>
    <p:sldId id="933" r:id="rId4"/>
    <p:sldId id="934" r:id="rId5"/>
    <p:sldId id="935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52B8806-6143-427A-AE92-D372C4C20DB4}">
          <p14:sldIdLst>
            <p14:sldId id="933"/>
            <p14:sldId id="934"/>
            <p14:sldId id="9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74C5"/>
    <a:srgbClr val="B2CEE8"/>
    <a:srgbClr val="00AF00"/>
    <a:srgbClr val="FFC200"/>
    <a:srgbClr val="FF11C0"/>
    <a:srgbClr val="FF8030"/>
    <a:srgbClr val="418FFF"/>
    <a:srgbClr val="005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34" autoAdjust="0"/>
  </p:normalViewPr>
  <p:slideViewPr>
    <p:cSldViewPr snapToGrid="0">
      <p:cViewPr varScale="1">
        <p:scale>
          <a:sx n="107" d="100"/>
          <a:sy n="107" d="100"/>
        </p:scale>
        <p:origin x="133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BEF35-A733-4F9B-864A-40C721A10156}" type="datetimeFigureOut">
              <a:rPr lang="en-US" smtClean="0"/>
              <a:t>4/4/2024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3E3AC-6FF9-4E43-A477-AD218EE07E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22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-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48" y="1066800"/>
            <a:ext cx="8218170" cy="5149701"/>
          </a:xfrm>
          <a:prstGeom prst="rect">
            <a:avLst/>
          </a:prstGeom>
        </p:spPr>
        <p:txBody>
          <a:bodyPr lIns="114291" tIns="57145" rIns="114291" bIns="57145"/>
          <a:lstStyle>
            <a:lvl1pPr marL="0" indent="0">
              <a:spcBef>
                <a:spcPts val="1250"/>
              </a:spcBef>
              <a:buClrTx/>
              <a:buFontTx/>
              <a:buNone/>
              <a:defRPr sz="2500" b="0" i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64344" indent="-464344">
              <a:spcBef>
                <a:spcPts val="781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2pPr>
            <a:lvl3pPr marL="782836" indent="-267891">
              <a:spcBef>
                <a:spcPts val="313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375">
                <a:solidFill>
                  <a:schemeClr val="tx1"/>
                </a:solidFill>
              </a:defRPr>
            </a:lvl3pPr>
            <a:lvl4pPr marL="1104305" indent="-223243">
              <a:spcBef>
                <a:spcPts val="156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1875">
                <a:solidFill>
                  <a:schemeClr val="tx1"/>
                </a:solidFill>
              </a:defRPr>
            </a:lvl4pPr>
            <a:lvl5pPr marL="1428750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48" y="334774"/>
            <a:ext cx="8218170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503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287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48" y="1260140"/>
            <a:ext cx="3928956" cy="5149701"/>
          </a:xfrm>
          <a:prstGeom prst="rect">
            <a:avLst/>
          </a:prstGeom>
        </p:spPr>
        <p:txBody>
          <a:bodyPr lIns="114291" tIns="57145" rIns="114291" bIns="57145"/>
          <a:lstStyle>
            <a:lvl1pPr marL="464344" indent="-464344">
              <a:spcBef>
                <a:spcPts val="1250"/>
              </a:spcBef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1pPr>
            <a:lvl2pPr marL="782836" indent="-267891">
              <a:spcBef>
                <a:spcPts val="781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813">
                <a:solidFill>
                  <a:schemeClr val="tx1"/>
                </a:solidFill>
              </a:defRPr>
            </a:lvl2pPr>
            <a:lvl3pPr marL="1143000" indent="-267891">
              <a:spcBef>
                <a:spcPts val="313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2375">
                <a:solidFill>
                  <a:schemeClr val="tx1"/>
                </a:solidFill>
              </a:defRPr>
            </a:lvl3pPr>
            <a:lvl4pPr marL="1464469" indent="-27682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875">
                <a:solidFill>
                  <a:schemeClr val="tx1"/>
                </a:solidFill>
              </a:defRPr>
            </a:lvl4pPr>
            <a:lvl5pPr marL="1428750" indent="-178594">
              <a:spcBef>
                <a:spcPts val="156"/>
              </a:spcBef>
              <a:spcAft>
                <a:spcPts val="0"/>
              </a:spcAft>
              <a:buClrTx/>
              <a:buFont typeface="Arial" pitchFamily="34" charset="0"/>
              <a:buChar char="•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49" y="334774"/>
            <a:ext cx="8215089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786182" y="1260139"/>
            <a:ext cx="3928956" cy="5153273"/>
          </a:xfrm>
          <a:prstGeom prst="rect">
            <a:avLst/>
          </a:prstGeom>
        </p:spPr>
        <p:txBody>
          <a:bodyPr lIns="114291" tIns="57145" rIns="114291" bIns="57145"/>
          <a:lstStyle>
            <a:lvl1pPr marL="464344" indent="-464344">
              <a:spcBef>
                <a:spcPts val="1250"/>
              </a:spcBef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750">
                <a:solidFill>
                  <a:schemeClr val="tx1"/>
                </a:solidFill>
              </a:defRPr>
            </a:lvl1pPr>
            <a:lvl2pPr marL="782836" indent="-267891">
              <a:spcBef>
                <a:spcPts val="781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813">
                <a:solidFill>
                  <a:schemeClr val="tx1"/>
                </a:solidFill>
              </a:defRPr>
            </a:lvl2pPr>
            <a:lvl3pPr marL="1143000" indent="-267891">
              <a:spcBef>
                <a:spcPts val="313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2375">
                <a:solidFill>
                  <a:schemeClr val="tx1"/>
                </a:solidFill>
              </a:defRPr>
            </a:lvl3pPr>
            <a:lvl4pPr marL="1205508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§"/>
              <a:defRPr sz="1875">
                <a:solidFill>
                  <a:schemeClr val="tx1"/>
                </a:solidFill>
              </a:defRPr>
            </a:lvl4pPr>
            <a:lvl5pPr marL="1428750" indent="-178594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§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5587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 w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48" y="1984375"/>
            <a:ext cx="3928956" cy="4425465"/>
          </a:xfrm>
          <a:prstGeom prst="rect">
            <a:avLst/>
          </a:prstGeom>
        </p:spPr>
        <p:txBody>
          <a:bodyPr lIns="114291" tIns="57145" rIns="114291" bIns="57145"/>
          <a:lstStyle>
            <a:lvl1pPr marL="464344" indent="-464344">
              <a:spcBef>
                <a:spcPts val="1250"/>
              </a:spcBef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1pPr>
            <a:lvl2pPr marL="782836" indent="-267891">
              <a:spcBef>
                <a:spcPts val="781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813">
                <a:solidFill>
                  <a:schemeClr val="tx1"/>
                </a:solidFill>
              </a:defRPr>
            </a:lvl2pPr>
            <a:lvl3pPr marL="1143000" indent="-267891">
              <a:spcBef>
                <a:spcPts val="313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2375">
                <a:solidFill>
                  <a:schemeClr val="tx1"/>
                </a:solidFill>
              </a:defRPr>
            </a:lvl3pPr>
            <a:lvl4pPr marL="1464469" indent="-27682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875">
                <a:solidFill>
                  <a:schemeClr val="tx1"/>
                </a:solidFill>
              </a:defRPr>
            </a:lvl4pPr>
            <a:lvl5pPr marL="1428750" indent="-178594">
              <a:spcBef>
                <a:spcPts val="156"/>
              </a:spcBef>
              <a:spcAft>
                <a:spcPts val="0"/>
              </a:spcAft>
              <a:buClrTx/>
              <a:buFont typeface="Arial" pitchFamily="34" charset="0"/>
              <a:buChar char="•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49" y="334774"/>
            <a:ext cx="8215089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786182" y="1984876"/>
            <a:ext cx="3928956" cy="4428535"/>
          </a:xfrm>
          <a:prstGeom prst="rect">
            <a:avLst/>
          </a:prstGeom>
        </p:spPr>
        <p:txBody>
          <a:bodyPr lIns="114291" tIns="57145" rIns="114291" bIns="57145"/>
          <a:lstStyle>
            <a:lvl1pPr marL="464344" indent="-464344">
              <a:spcBef>
                <a:spcPts val="1250"/>
              </a:spcBef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750">
                <a:solidFill>
                  <a:schemeClr val="tx1"/>
                </a:solidFill>
              </a:defRPr>
            </a:lvl1pPr>
            <a:lvl2pPr marL="782836" indent="-267891">
              <a:spcBef>
                <a:spcPts val="781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813">
                <a:solidFill>
                  <a:schemeClr val="tx1"/>
                </a:solidFill>
              </a:defRPr>
            </a:lvl2pPr>
            <a:lvl3pPr marL="1143000" indent="-267891">
              <a:spcBef>
                <a:spcPts val="313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2375">
                <a:solidFill>
                  <a:schemeClr val="tx1"/>
                </a:solidFill>
              </a:defRPr>
            </a:lvl3pPr>
            <a:lvl4pPr marL="1205508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§"/>
              <a:defRPr sz="1875">
                <a:solidFill>
                  <a:schemeClr val="tx1"/>
                </a:solidFill>
              </a:defRPr>
            </a:lvl4pPr>
            <a:lvl5pPr marL="1428750" indent="-178594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§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93988" y="1262063"/>
            <a:ext cx="3935016" cy="72231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813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4786312" y="1262063"/>
            <a:ext cx="3929063" cy="72231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813" b="1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744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48" y="1066800"/>
            <a:ext cx="6596077" cy="5149701"/>
          </a:xfrm>
          <a:prstGeom prst="rect">
            <a:avLst/>
          </a:prstGeom>
        </p:spPr>
        <p:txBody>
          <a:bodyPr lIns="114291" tIns="57145" rIns="114291" bIns="57145"/>
          <a:lstStyle>
            <a:lvl1pPr marL="0" indent="0">
              <a:spcBef>
                <a:spcPts val="1250"/>
              </a:spcBef>
              <a:buClrTx/>
              <a:buFontTx/>
              <a:buNone/>
              <a:defRPr sz="2500" b="0" i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64344" indent="-464344">
              <a:spcBef>
                <a:spcPts val="781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2pPr>
            <a:lvl3pPr marL="782836" indent="-267891">
              <a:spcBef>
                <a:spcPts val="313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375">
                <a:solidFill>
                  <a:schemeClr val="tx1"/>
                </a:solidFill>
              </a:defRPr>
            </a:lvl3pPr>
            <a:lvl4pPr marL="1104305" indent="-223243">
              <a:spcBef>
                <a:spcPts val="156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1875">
                <a:solidFill>
                  <a:schemeClr val="tx1"/>
                </a:solidFill>
              </a:defRPr>
            </a:lvl4pPr>
            <a:lvl5pPr marL="1428750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48" y="334774"/>
            <a:ext cx="6596077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242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Lef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5938" y="334774"/>
            <a:ext cx="6429201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240px Title Area"/>
          <p:cNvSpPr/>
          <p:nvPr userDrawn="1"/>
        </p:nvSpPr>
        <p:spPr>
          <a:xfrm>
            <a:off x="0" y="0"/>
            <a:ext cx="2143067" cy="6858000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432" tIns="35716" rIns="71432" bIns="35716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37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2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 wLef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38" y="1066800"/>
            <a:ext cx="6429201" cy="5149701"/>
          </a:xfrm>
          <a:prstGeom prst="rect">
            <a:avLst/>
          </a:prstGeom>
        </p:spPr>
        <p:txBody>
          <a:bodyPr lIns="114291" tIns="57145" rIns="114291" bIns="57145"/>
          <a:lstStyle>
            <a:lvl1pPr marL="0" indent="0">
              <a:spcBef>
                <a:spcPts val="1250"/>
              </a:spcBef>
              <a:buClrTx/>
              <a:buFontTx/>
              <a:buNone/>
              <a:defRPr sz="2500" i="1">
                <a:solidFill>
                  <a:schemeClr val="bg1">
                    <a:lumMod val="50000"/>
                  </a:schemeClr>
                </a:solidFill>
              </a:defRPr>
            </a:lvl1pPr>
            <a:lvl2pPr marL="464344" indent="-464344">
              <a:spcBef>
                <a:spcPts val="781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2pPr>
            <a:lvl3pPr marL="782836" indent="-267891">
              <a:spcBef>
                <a:spcPts val="313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375">
                <a:solidFill>
                  <a:schemeClr val="tx1"/>
                </a:solidFill>
              </a:defRPr>
            </a:lvl3pPr>
            <a:lvl4pPr marL="1104305" indent="-223243">
              <a:spcBef>
                <a:spcPts val="156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1875">
                <a:solidFill>
                  <a:schemeClr val="tx1"/>
                </a:solidFill>
              </a:defRPr>
            </a:lvl4pPr>
            <a:lvl5pPr marL="1428750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5938" y="334774"/>
            <a:ext cx="6429201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240px Title Area"/>
          <p:cNvSpPr/>
          <p:nvPr userDrawn="1"/>
        </p:nvSpPr>
        <p:spPr>
          <a:xfrm>
            <a:off x="0" y="0"/>
            <a:ext cx="2143067" cy="6858000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432" tIns="35716" rIns="71432" bIns="35716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37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2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 wLeft Photo 4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635" y="1066800"/>
            <a:ext cx="5920503" cy="5149701"/>
          </a:xfrm>
          <a:prstGeom prst="rect">
            <a:avLst/>
          </a:prstGeom>
        </p:spPr>
        <p:txBody>
          <a:bodyPr lIns="114291" tIns="57145" rIns="114291" bIns="57145"/>
          <a:lstStyle>
            <a:lvl1pPr marL="0" indent="0">
              <a:spcBef>
                <a:spcPts val="1250"/>
              </a:spcBef>
              <a:buClrTx/>
              <a:buFontTx/>
              <a:buNone/>
              <a:defRPr sz="2500" i="1">
                <a:solidFill>
                  <a:schemeClr val="bg1">
                    <a:lumMod val="50000"/>
                  </a:schemeClr>
                </a:solidFill>
              </a:defRPr>
            </a:lvl1pPr>
            <a:lvl2pPr marL="464344" indent="-464344">
              <a:spcBef>
                <a:spcPts val="781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SzPct val="80000"/>
              <a:buFont typeface="GM Sans Regular" pitchFamily="2" charset="0"/>
              <a:buChar char="¶"/>
              <a:defRPr sz="2813">
                <a:solidFill>
                  <a:schemeClr val="tx1"/>
                </a:solidFill>
              </a:defRPr>
            </a:lvl2pPr>
            <a:lvl3pPr marL="782836" indent="-267891">
              <a:spcBef>
                <a:spcPts val="313"/>
              </a:spcBef>
              <a:spcAft>
                <a:spcPts val="0"/>
              </a:spcAft>
              <a:buClrTx/>
              <a:buFont typeface="GM Sans Regular" pitchFamily="2" charset="0"/>
              <a:buChar char="–"/>
              <a:defRPr sz="2375">
                <a:solidFill>
                  <a:schemeClr val="tx1"/>
                </a:solidFill>
              </a:defRPr>
            </a:lvl3pPr>
            <a:lvl4pPr marL="1104305" indent="-223243">
              <a:spcBef>
                <a:spcPts val="156"/>
              </a:spcBef>
              <a:spcAft>
                <a:spcPts val="0"/>
              </a:spcAft>
              <a:buClr>
                <a:schemeClr val="tx2">
                  <a:lumMod val="90000"/>
                  <a:lumOff val="10000"/>
                </a:schemeClr>
              </a:buClr>
              <a:buFont typeface="Arial" pitchFamily="34" charset="0"/>
              <a:buChar char="•"/>
              <a:defRPr sz="1875">
                <a:solidFill>
                  <a:schemeClr val="tx1"/>
                </a:solidFill>
              </a:defRPr>
            </a:lvl4pPr>
            <a:lvl5pPr marL="1428750" indent="-267891">
              <a:spcBef>
                <a:spcPts val="156"/>
              </a:spcBef>
              <a:spcAft>
                <a:spcPts val="0"/>
              </a:spcAft>
              <a:buClrTx/>
              <a:buFont typeface="Wingdings" pitchFamily="2" charset="2"/>
              <a:buChar char="Ø"/>
              <a:defRPr sz="156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94635" y="334774"/>
            <a:ext cx="5920503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240px Title Area"/>
          <p:cNvSpPr/>
          <p:nvPr userDrawn="1"/>
        </p:nvSpPr>
        <p:spPr>
          <a:xfrm>
            <a:off x="-1" y="0"/>
            <a:ext cx="2571750" cy="6858000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432" tIns="35716" rIns="71432" bIns="35716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37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50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 wLeft Photo 4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94635" y="334774"/>
            <a:ext cx="5920503" cy="7895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240px Title Area"/>
          <p:cNvSpPr/>
          <p:nvPr userDrawn="1"/>
        </p:nvSpPr>
        <p:spPr>
          <a:xfrm>
            <a:off x="-1" y="0"/>
            <a:ext cx="2571750" cy="6858000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432" tIns="35716" rIns="71432" bIns="35716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37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08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73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94832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574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1510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95225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4982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8675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579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33915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64644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21855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943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94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4917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65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37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529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46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78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080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4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81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391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65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1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Julie_Bkgd_02.jpg" descr="D:\Jobs_2011\2011_GBC_Aug2011\Julie_Bkgd_02.jpg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345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049" y="334774"/>
            <a:ext cx="8215089" cy="789544"/>
          </a:xfrm>
          <a:prstGeom prst="rect">
            <a:avLst/>
          </a:prstGeom>
        </p:spPr>
        <p:txBody>
          <a:bodyPr vert="horz" lIns="57145" tIns="57145" rIns="57145" bIns="57145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3862812" y="6528991"/>
            <a:ext cx="1351011" cy="28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50" b="1" dirty="0">
                <a:solidFill>
                  <a:srgbClr val="FF0000"/>
                </a:solidFill>
                <a:cs typeface="Times New Roman" pitchFamily="18" charset="0"/>
              </a:rPr>
              <a:t>GM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4251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714375" rtl="0" eaLnBrk="1" latinLnBrk="0" hangingPunct="1">
        <a:spcBef>
          <a:spcPct val="0"/>
        </a:spcBef>
        <a:buNone/>
        <a:defRPr sz="3125" b="1" kern="1200" spc="39" baseline="0">
          <a:solidFill>
            <a:schemeClr val="tx2">
              <a:lumMod val="90000"/>
              <a:lumOff val="1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57188" indent="-357188" algn="l" defTabSz="714375" rtl="0" eaLnBrk="1" latinLnBrk="0" hangingPunct="1">
        <a:spcBef>
          <a:spcPts val="781"/>
        </a:spcBef>
        <a:buClr>
          <a:srgbClr val="C0D6FF"/>
        </a:buClr>
        <a:buSzPct val="85000"/>
        <a:buFont typeface="GM Sans Regular" pitchFamily="2" charset="0"/>
        <a:buChar char="¶"/>
        <a:defRPr sz="1938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25078" indent="-267891" algn="l" defTabSz="714375" rtl="0" eaLnBrk="1" latinLnBrk="0" hangingPunct="1">
        <a:spcBef>
          <a:spcPts val="0"/>
        </a:spcBef>
        <a:spcAft>
          <a:spcPts val="156"/>
        </a:spcAft>
        <a:buClr>
          <a:srgbClr val="FFFFFF"/>
        </a:buClr>
        <a:buFont typeface="Arial" pitchFamily="34" charset="0"/>
        <a:buChar char="–"/>
        <a:defRPr sz="2188" kern="1200">
          <a:solidFill>
            <a:schemeClr val="bg1"/>
          </a:solidFill>
          <a:latin typeface="+mn-lt"/>
          <a:ea typeface="+mn-ea"/>
          <a:cs typeface="+mn-cs"/>
        </a:defRPr>
      </a:lvl2pPr>
      <a:lvl3pPr marL="937618" indent="-223243" algn="l" defTabSz="714375" rtl="0" eaLnBrk="1" latinLnBrk="0" hangingPunct="1">
        <a:spcBef>
          <a:spcPts val="0"/>
        </a:spcBef>
        <a:spcAft>
          <a:spcPts val="156"/>
        </a:spcAft>
        <a:buClr>
          <a:srgbClr val="FFFFFF"/>
        </a:buClr>
        <a:buFont typeface="Lucida Grande"/>
        <a:buChar char="–"/>
        <a:defRPr sz="1875" kern="1200">
          <a:solidFill>
            <a:schemeClr val="bg1"/>
          </a:solidFill>
          <a:latin typeface="+mn-lt"/>
          <a:ea typeface="+mn-ea"/>
          <a:cs typeface="+mn-cs"/>
        </a:defRPr>
      </a:lvl3pPr>
      <a:lvl4pPr marL="1294805" indent="-223243" algn="l" defTabSz="714375" rtl="0" eaLnBrk="1" latinLnBrk="0" hangingPunct="1">
        <a:spcBef>
          <a:spcPts val="0"/>
        </a:spcBef>
        <a:spcAft>
          <a:spcPts val="156"/>
        </a:spcAft>
        <a:buClr>
          <a:srgbClr val="FFFFFF"/>
        </a:buClr>
        <a:buFont typeface="Lucida Grande"/>
        <a:buChar char="–"/>
        <a:defRPr sz="1563" kern="1200">
          <a:solidFill>
            <a:schemeClr val="bg1"/>
          </a:solidFill>
          <a:latin typeface="+mn-lt"/>
          <a:ea typeface="+mn-ea"/>
          <a:cs typeface="+mn-cs"/>
        </a:defRPr>
      </a:lvl4pPr>
      <a:lvl5pPr marL="1651993" indent="-223243" algn="l" defTabSz="714375" rtl="0" eaLnBrk="1" latinLnBrk="0" hangingPunct="1">
        <a:spcBef>
          <a:spcPts val="0"/>
        </a:spcBef>
        <a:spcAft>
          <a:spcPts val="156"/>
        </a:spcAft>
        <a:buClr>
          <a:srgbClr val="FFFFFF"/>
        </a:buClr>
        <a:buFont typeface="Lucida Grande"/>
        <a:buChar char="–"/>
        <a:defRPr sz="1563" kern="1200">
          <a:solidFill>
            <a:schemeClr val="bg1"/>
          </a:solidFill>
          <a:latin typeface="+mn-lt"/>
          <a:ea typeface="+mn-ea"/>
          <a:cs typeface="+mn-cs"/>
        </a:defRPr>
      </a:lvl5pPr>
      <a:lvl6pPr marL="1964531" indent="-178594" algn="l" defTabSz="714375" rtl="0" eaLnBrk="1" latinLnBrk="0" hangingPunct="1">
        <a:spcBef>
          <a:spcPct val="20000"/>
        </a:spcBef>
        <a:buFont typeface="Arial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6pPr>
      <a:lvl7pPr marL="2321719" indent="-178594" algn="l" defTabSz="714375" rtl="0" eaLnBrk="1" latinLnBrk="0" hangingPunct="1">
        <a:spcBef>
          <a:spcPct val="20000"/>
        </a:spcBef>
        <a:buFont typeface="Arial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7pPr>
      <a:lvl8pPr marL="2678906" indent="-178594" algn="l" defTabSz="714375" rtl="0" eaLnBrk="1" latinLnBrk="0" hangingPunct="1">
        <a:spcBef>
          <a:spcPct val="20000"/>
        </a:spcBef>
        <a:buFont typeface="Arial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8pPr>
      <a:lvl9pPr marL="3036094" indent="-178594" algn="l" defTabSz="714375" rtl="0" eaLnBrk="1" latinLnBrk="0" hangingPunct="1">
        <a:spcBef>
          <a:spcPct val="20000"/>
        </a:spcBef>
        <a:buFont typeface="Arial" pitchFamily="34" charset="0"/>
        <a:buChar char="•"/>
        <a:defRPr sz="1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1pPr>
      <a:lvl2pPr marL="357188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071563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5pPr>
      <a:lvl6pPr marL="1785938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6pPr>
      <a:lvl7pPr marL="2143125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7pPr>
      <a:lvl8pPr marL="2500313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8pPr>
      <a:lvl9pPr marL="2857500" algn="l" defTabSz="714375" rtl="0" eaLnBrk="1" latinLnBrk="0" hangingPunct="1">
        <a:defRPr sz="1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525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45720" tIns="91440" rIns="4572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93298" name="Rectangle 18"/>
          <p:cNvSpPr>
            <a:spLocks noChangeArrowheads="1"/>
          </p:cNvSpPr>
          <p:nvPr userDrawn="1"/>
        </p:nvSpPr>
        <p:spPr bwMode="auto">
          <a:xfrm>
            <a:off x="911225" y="646113"/>
            <a:ext cx="8229600" cy="762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2052" name="Picture 20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2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35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28575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7429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0858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14287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18859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3431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28003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257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54A84-85E4-484D-9E58-6C37ECDE6B8D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883CA-B7A8-438A-B1A7-6F0433AF8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505063"/>
              </p:ext>
            </p:extLst>
          </p:nvPr>
        </p:nvGraphicFramePr>
        <p:xfrm>
          <a:off x="107504" y="108829"/>
          <a:ext cx="8928992" cy="504056"/>
        </p:xfrm>
        <a:graphic>
          <a:graphicData uri="http://schemas.openxmlformats.org/drawingml/2006/table">
            <a:tbl>
              <a:tblPr/>
              <a:tblGrid>
                <a:gridCol w="248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STD</a:t>
                      </a: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   ATT, TT, Uptime, overspeed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275883" y="1156446"/>
            <a:ext cx="8581246" cy="4572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Takt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vaqti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Aktual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takt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vaqti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OS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hisoblash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GMIO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tomonidan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ma’lumotlari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asosida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tayyorlangan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qo’llanma</a:t>
            </a:r>
            <a:r>
              <a:rPr lang="en-US" sz="16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400" b="1" i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Atamalar</a:t>
            </a:r>
            <a:r>
              <a:rPr lang="en-US" sz="1400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ru-RU" sz="14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TT –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Iste’molchilarning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talabini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qondirish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uchun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ketgan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vaqt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ATT –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Ishlab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chiqarish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liniyalarning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xaqiqiy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tezlig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vaqti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JPH – 1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soatda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ishlab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chiqarilgan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avtomobillar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soni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 </a:t>
            </a:r>
            <a:endParaRPr lang="ru-RU" b="1" i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System Uptime% –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Operatorlarning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Ish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bajarish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qobiliyati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System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Losess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Tizimdagi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rejali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va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rejasiz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yo‘qotishlar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0000FF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OS% –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Umumiy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yo‘qotishlar</a:t>
            </a:r>
            <a:r>
              <a:rPr lang="en-US" b="1" i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%da. </a:t>
            </a:r>
          </a:p>
        </p:txBody>
      </p:sp>
    </p:spTree>
    <p:extLst>
      <p:ext uri="{BB962C8B-B14F-4D97-AF65-F5344CB8AC3E}">
        <p14:creationId xmlns:p14="http://schemas.microsoft.com/office/powerpoint/2010/main" val="352009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07504" y="108829"/>
          <a:ext cx="8928992" cy="504056"/>
        </p:xfrm>
        <a:graphic>
          <a:graphicData uri="http://schemas.openxmlformats.org/drawingml/2006/table">
            <a:tbl>
              <a:tblPr/>
              <a:tblGrid>
                <a:gridCol w="248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STD</a:t>
                      </a: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   ATT, TT, Uptime, overspeed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Прямоугольник 15"/>
              <p:cNvSpPr/>
              <p:nvPr/>
            </p:nvSpPr>
            <p:spPr>
              <a:xfrm>
                <a:off x="275883" y="878542"/>
                <a:ext cx="8581246" cy="55132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TT (</a:t>
                </a:r>
                <a:r>
                  <a:rPr lang="en-US" sz="1600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𝐇𝐚𝐪𝐢𝐪𝐢𝐲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𝐢𝐬𝐡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𝐯𝐚𝐪𝐭𝐢</m:t>
                        </m:r>
                      </m:num>
                      <m:den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𝐈𝐬𝐡𝐥𝐚𝐛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𝐜𝐡𝐢𝐪𝐚𝐫𝐢𝐬𝐡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𝐡𝐚𝐣𝐦𝐢</m:t>
                        </m:r>
                      </m:den>
                    </m:f>
                  </m:oMath>
                </a14:m>
                <a:endParaRPr lang="ru-RU" sz="1600" dirty="0">
                  <a:solidFill>
                    <a:srgbClr val="0000FF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ATT (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 x TT (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 = 100% -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Sistemadagi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yuqotishlar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b="1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Sistemadagi</a:t>
                </a:r>
                <a:r>
                  <a:rPr lang="en-US" sz="12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yo’qotishlar</a:t>
                </a:r>
                <a:r>
                  <a:rPr lang="en-US" sz="12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ishlab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chiqarish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davomida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bo’lib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turadigan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rejalashtirilgan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rejalashtirilmagan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liniya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to’xtalishlari</a:t>
                </a:r>
                <a:r>
                  <a:rPr lang="en-US" sz="1200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b="1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Misol</a:t>
                </a:r>
                <a:r>
                  <a:rPr lang="en-US" sz="12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i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uchun</a:t>
                </a:r>
                <a:r>
                  <a:rPr lang="en-US" sz="12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2018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yil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uchun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GA shop TT, ATT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OS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ko’rsatkichlarini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hisoblaymiz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Yillik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ishlab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chiqarish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rejasi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42 000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dona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(JPH=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42000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250∗21</m:t>
                        </m:r>
                      </m:den>
                    </m:f>
                    <m:r>
                      <a:rPr lang="en-US" sz="1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8</m:t>
                    </m:r>
                  </m:oMath>
                </a14:m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Yillik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ish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kunlari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- 250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kundan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iborat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    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Bir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kunlik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ish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vaqti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smena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(21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soatga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teng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O’tgan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yilning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oxirgi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kvartalidagi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sistemadagi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yo'qotishlar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2272 min.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TT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ni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200" b="1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hisoblaymiz</a:t>
                </a:r>
                <a:r>
                  <a:rPr lang="en-US" sz="12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endParaRPr lang="ru-RU" sz="12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TT (</a:t>
                </a:r>
                <a:r>
                  <a:rPr lang="en-US" sz="1600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𝐇𝐚𝐪𝐢𝐪𝐢𝐲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𝐢𝐬𝐡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𝒗𝒂𝒒𝒕𝒊</m:t>
                        </m:r>
                      </m:num>
                      <m:den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𝐈𝐬𝐡𝐥𝐚𝐛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𝐜𝐡𝐢𝐪𝐚𝐫𝐢𝐬𝐡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𝒉𝒂𝒋𝒎𝒊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ru-RU" sz="1600">
                                <a:solidFill>
                                  <a:srgbClr val="0000FF"/>
                                </a:solidFill>
                                <a:latin typeface="Arial" panose="020B0604020202020204" pitchFamily="34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0000FF"/>
                                </a:solidFill>
                                <a:latin typeface="Arial" panose="020B0604020202020204" pitchFamily="34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𝟐𝟓𝟎</m:t>
                            </m:r>
                            <m:r>
                              <a:rPr lang="en-US" sz="1600">
                                <a:solidFill>
                                  <a:srgbClr val="0000FF"/>
                                </a:solidFill>
                                <a:latin typeface="Arial" panose="020B0604020202020204" pitchFamily="34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1600">
                                <a:solidFill>
                                  <a:srgbClr val="0000FF"/>
                                </a:solidFill>
                                <a:latin typeface="Arial" panose="020B0604020202020204" pitchFamily="34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𝒌𝒖𝒏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𝟐𝟏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𝐬𝐨𝐚𝐭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)∗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𝟑𝟔𝟎𝟎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𝐬𝐞𝐤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𝟒𝟐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0000FF"/>
                            </a:solidFill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𝟎𝟎𝟎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450 </a:t>
                </a:r>
                <a:r>
                  <a:rPr lang="en-US" sz="1600" dirty="0" err="1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1600" dirty="0">
                    <a:solidFill>
                      <a:srgbClr val="0000FF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1600" dirty="0">
                  <a:solidFill>
                    <a:srgbClr val="0000FF"/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105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ru-RU" sz="105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Ya’ni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liniyamiz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tezligini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8 JPH ga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to’g’irlasak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har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bitta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mashinani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ishlab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chiqarish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uchun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450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sek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.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vaqt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12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sarflaymiz</a:t>
                </a:r>
                <a:r>
                  <a:rPr lang="en-US" sz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.</a:t>
                </a:r>
                <a:endParaRPr lang="en-US" sz="1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83" y="878542"/>
                <a:ext cx="8581246" cy="5513294"/>
              </a:xfrm>
              <a:prstGeom prst="rect">
                <a:avLst/>
              </a:prstGeom>
              <a:blipFill>
                <a:blip r:embed="rId2"/>
                <a:stretch>
                  <a:fillRect r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51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07504" y="108829"/>
          <a:ext cx="8928992" cy="504056"/>
        </p:xfrm>
        <a:graphic>
          <a:graphicData uri="http://schemas.openxmlformats.org/drawingml/2006/table">
            <a:tbl>
              <a:tblPr/>
              <a:tblGrid>
                <a:gridCol w="248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맑은 고딕" pitchFamily="50" charset="-127"/>
                          <a:cs typeface="Times New Roman" panose="02020603050405020304" pitchFamily="18" charset="0"/>
                        </a:rPr>
                        <a:t>STD</a:t>
                      </a: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   ATT, TT, Uptime, overspeed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31" marR="33231" marT="33231" marB="33231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Прямоугольник 15"/>
              <p:cNvSpPr/>
              <p:nvPr/>
            </p:nvSpPr>
            <p:spPr>
              <a:xfrm>
                <a:off x="275883" y="878542"/>
                <a:ext cx="8581246" cy="55132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9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ATT </a:t>
                </a:r>
                <a:r>
                  <a:rPr lang="en-US" sz="9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ni</a:t>
                </a:r>
                <a:r>
                  <a:rPr lang="en-US" sz="9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hisoblaymiz</a:t>
                </a:r>
                <a:r>
                  <a:rPr lang="en-US" sz="9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endParaRPr lang="ru-RU" sz="900" b="1" dirty="0">
                  <a:solidFill>
                    <a:srgbClr val="0000FF"/>
                  </a:solidFill>
                  <a:latin typeface="Arial" panose="020B06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Buning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uchun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bizga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tsexing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(%)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kerak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hisoblanadi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 =100(%) -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Sistemadagi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yo'qatishlar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(%).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Demak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2017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yilning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oxirgi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kvartalida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to’liq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vaqtining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(61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kun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* 21 s * 60 min) 2272 min.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to’xtalishlarga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to’g’ri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kelgan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Bundan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kelib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chiqadiki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2969895" algn="ctr"/>
                    <a:tab pos="3821430" algn="l"/>
                  </a:tabLst>
                </a:pPr>
                <a:r>
                  <a:rPr lang="en-US" sz="1000" b="1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61 </a:t>
                </a:r>
                <a:r>
                  <a:rPr lang="en-US" sz="1000" b="1" dirty="0" err="1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kun</a:t>
                </a:r>
                <a:r>
                  <a:rPr lang="en-US" sz="1000" b="1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* 21 </a:t>
                </a:r>
                <a:r>
                  <a:rPr lang="en-US" sz="1000" b="1" dirty="0" err="1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soat</a:t>
                </a:r>
                <a:r>
                  <a:rPr lang="en-US" sz="1000" b="1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* 60 min. -  100 %</a:t>
                </a:r>
                <a:endParaRPr lang="ru-RU" sz="1000" b="1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2969895" algn="ctr"/>
                    <a:tab pos="3484880" algn="l"/>
                  </a:tabLst>
                </a:pPr>
                <a:r>
                  <a:rPr lang="en-US" sz="1000" b="1" dirty="0">
                    <a:solidFill>
                      <a:srgbClr val="00206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2272 min.     -  Y</a:t>
                </a:r>
                <a:endParaRPr lang="ru-RU" sz="1000" b="1" dirty="0"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sistemadagi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yo'qotishlar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hisoblanadi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969895" algn="ctr"/>
                    <a:tab pos="3484880" algn="l"/>
                  </a:tabLs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Demak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2272 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𝑚𝑖𝑛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∗ 100 %</m:t>
                        </m:r>
                      </m:num>
                      <m:den>
                        <m:r>
                          <a:rPr lang="en-US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61∗21∗60 </m:t>
                        </m:r>
                        <m:r>
                          <a:rPr lang="en-US" sz="9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𝑚𝑖𝑛</m:t>
                        </m:r>
                      </m:den>
                    </m:f>
                  </m:oMath>
                </a14:m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2.95 % ga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Ya’ni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liniyaning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969895" algn="ctr"/>
                    <a:tab pos="3484880" algn="l"/>
                  </a:tabLs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(%)=100 (%)-2.95(%)=97.05 (%)ga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teng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Bundan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kelib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chiqadiki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ATT 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bajarish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qobiliyati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(%) x TT,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ya’ni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tabLst>
                    <a:tab pos="270510" algn="l"/>
                  </a:tabLst>
                </a:pP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ATT = 97.05(%) * 450 (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9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436.5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sekund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sz="9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OVER SPEED (OS)</a:t>
                </a:r>
                <a:endParaRPr lang="ru-RU" sz="9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Endi</a:t>
                </a:r>
                <a:r>
                  <a:rPr lang="en-US" sz="900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TT </a:t>
                </a:r>
                <a:r>
                  <a:rPr lang="en-US" sz="900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900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ATT lar </a:t>
                </a:r>
                <a:r>
                  <a:rPr lang="en-US" sz="900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yordamida</a:t>
                </a:r>
                <a:r>
                  <a:rPr lang="en-US" sz="900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Over Speed (OS)</a:t>
                </a:r>
                <a:r>
                  <a:rPr lang="en-US" sz="900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</a:t>
                </a:r>
                <a:r>
                  <a:rPr lang="en-US" sz="900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hisoblaymiz</a:t>
                </a:r>
                <a:r>
                  <a:rPr lang="en-US" sz="900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9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OS (%)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      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𝑻𝑻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𝑨𝑻𝑻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    </m:t>
                        </m:r>
                      </m:num>
                      <m:den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𝑨𝑻𝑻</m:t>
                        </m:r>
                      </m:den>
                    </m:f>
                  </m:oMath>
                </a14:m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9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OS (%)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      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𝟒𝟓𝟎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ru-RU" sz="900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900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𝒔𝒆𝒌</m:t>
                            </m:r>
                          </m:e>
                        </m:d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𝟒𝟑𝟔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𝒔𝒆𝒌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)     </m:t>
                        </m:r>
                      </m:num>
                      <m:den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𝟒𝟑𝟔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𝟓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𝒔𝒆𝒌</m:t>
                        </m:r>
                        <m:r>
                          <a:rPr lang="en-US" sz="9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)  </m:t>
                        </m:r>
                      </m:den>
                    </m:f>
                  </m:oMath>
                </a14:m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3 %.</a:t>
                </a:r>
                <a:endParaRPr lang="ru-RU" sz="9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GMIO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tomonidan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har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bir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tsexga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OS% target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berilgan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9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BO – 10%, PA – 11.50% </a:t>
                </a:r>
                <a:r>
                  <a:rPr lang="en-US" sz="900" b="1" dirty="0" err="1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va</a:t>
                </a:r>
                <a:r>
                  <a:rPr lang="en-US" sz="900" b="1" dirty="0">
                    <a:solidFill>
                      <a:srgbClr val="0000FF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GA – 6%.</a:t>
                </a:r>
                <a:endParaRPr lang="ru-RU" sz="1000" dirty="0">
                  <a:solidFill>
                    <a:srgbClr val="1574C5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83" y="878542"/>
                <a:ext cx="8581246" cy="55132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194046"/>
      </p:ext>
    </p:extLst>
  </p:cSld>
  <p:clrMapOvr>
    <a:masterClrMapping/>
  </p:clrMapOvr>
</p:sld>
</file>

<file path=ppt/theme/theme1.xml><?xml version="1.0" encoding="utf-8"?>
<a:theme xmlns:a="http://schemas.openxmlformats.org/drawingml/2006/main" name="GBC Bkgd 2011 ">
  <a:themeElements>
    <a:clrScheme name="Buick Immersion Day">
      <a:dk1>
        <a:sysClr val="windowText" lastClr="000000"/>
      </a:dk1>
      <a:lt1>
        <a:sysClr val="window" lastClr="FFFFFF"/>
      </a:lt1>
      <a:dk2>
        <a:srgbClr val="000B40"/>
      </a:dk2>
      <a:lt2>
        <a:srgbClr val="7FB1FF"/>
      </a:lt2>
      <a:accent1>
        <a:srgbClr val="0394D6"/>
      </a:accent1>
      <a:accent2>
        <a:srgbClr val="06AE26"/>
      </a:accent2>
      <a:accent3>
        <a:srgbClr val="8C02D8"/>
      </a:accent3>
      <a:accent4>
        <a:srgbClr val="FCD238"/>
      </a:accent4>
      <a:accent5>
        <a:srgbClr val="58403E"/>
      </a:accent5>
      <a:accent6>
        <a:srgbClr val="4F81BC"/>
      </a:accent6>
      <a:hlink>
        <a:srgbClr val="B5B5B5"/>
      </a:hlink>
      <a:folHlink>
        <a:srgbClr val="F00A00"/>
      </a:folHlink>
    </a:clrScheme>
    <a:fontScheme name="GM Brand">
      <a:majorFont>
        <a:latin typeface="GM Sans Regular"/>
        <a:ea typeface=""/>
        <a:cs typeface=""/>
      </a:majorFont>
      <a:minorFont>
        <a:latin typeface="GM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algn="r">
          <a:defRPr sz="2000" dirty="0">
            <a:solidFill>
              <a:srgbClr val="000000"/>
            </a:solidFill>
            <a:latin typeface="+mj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GM Sans Regular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19758</TotalTime>
  <Words>443</Words>
  <Application>Microsoft Office PowerPoint</Application>
  <PresentationFormat>Экран (4:3)</PresentationFormat>
  <Paragraphs>45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GM Sans Regular</vt:lpstr>
      <vt:lpstr>Lucida Grande</vt:lpstr>
      <vt:lpstr>Times New Roman</vt:lpstr>
      <vt:lpstr>Wingdings</vt:lpstr>
      <vt:lpstr>GBC Bkgd 2011 </vt:lpstr>
      <vt:lpstr>自定义设计方案</vt:lpstr>
      <vt:lpstr>2_Office Theme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Ravshanbek Kinjeev</dc:creator>
  <cp:lastModifiedBy>Otabek Artikov</cp:lastModifiedBy>
  <cp:revision>968</cp:revision>
  <cp:lastPrinted>2020-01-14T22:50:15Z</cp:lastPrinted>
  <dcterms:created xsi:type="dcterms:W3CDTF">2018-11-22T12:30:35Z</dcterms:created>
  <dcterms:modified xsi:type="dcterms:W3CDTF">2024-04-04T06:37:10Z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PManualFileClassification">
    <vt:lpwstr>{1A067545-A4E2-4FA1-8094-0D7902669705}</vt:lpwstr>
  </property>
  <property fmtid="{D5CDD505-2E9C-101B-9397-08002B2CF9AE}" pid="3" name="DLPManualFileClassificationLastModifiedBy">
    <vt:lpwstr>PWT\Rafael.Shakirov</vt:lpwstr>
  </property>
  <property fmtid="{D5CDD505-2E9C-101B-9397-08002B2CF9AE}" pid="4" name="DLPManualFileClassificationLastModificationDate">
    <vt:lpwstr>1617342488</vt:lpwstr>
  </property>
  <property fmtid="{D5CDD505-2E9C-101B-9397-08002B2CF9AE}" pid="5" name="DLPManualFileClassificationVersion">
    <vt:lpwstr>11.3.2.8</vt:lpwstr>
  </property>
</Properties>
</file>