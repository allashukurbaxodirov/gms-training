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5" r:id="rId5"/>
  </p:sldMasterIdLst>
  <p:notesMasterIdLst>
    <p:notesMasterId r:id="rId7"/>
  </p:notesMasterIdLst>
  <p:sldIdLst>
    <p:sldId id="294" r:id="rId6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933" userDrawn="1">
          <p15:clr>
            <a:srgbClr val="A4A3A4"/>
          </p15:clr>
        </p15:guide>
        <p15:guide id="4" orient="horz" pos="2455" userDrawn="1">
          <p15:clr>
            <a:srgbClr val="A4A3A4"/>
          </p15:clr>
        </p15:guide>
        <p15:guide id="5" orient="horz" pos="3906" userDrawn="1">
          <p15:clr>
            <a:srgbClr val="A4A3A4"/>
          </p15:clr>
        </p15:guide>
        <p15:guide id="6" pos="257" userDrawn="1">
          <p15:clr>
            <a:srgbClr val="A4A3A4"/>
          </p15:clr>
        </p15:guide>
        <p15:guide id="7" pos="72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EF6"/>
    <a:srgbClr val="F3FFF5"/>
    <a:srgbClr val="A9BFD3"/>
    <a:srgbClr val="649FC3"/>
    <a:srgbClr val="286A5E"/>
    <a:srgbClr val="BDCBDC"/>
    <a:srgbClr val="D5266B"/>
    <a:srgbClr val="DCDCDA"/>
    <a:srgbClr val="E5E5E3"/>
    <a:srgbClr val="CFD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929F9F4-4A8F-4326-A1B4-22849713DDAB}" styleName="Темный стиль 1 — акцент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66" y="108"/>
      </p:cViewPr>
      <p:guideLst>
        <p:guide orient="horz" pos="504"/>
        <p:guide pos="3840"/>
        <p:guide orient="horz" pos="1933"/>
        <p:guide orient="horz" pos="2455"/>
        <p:guide orient="horz" pos="3906"/>
        <p:guide pos="257"/>
        <p:guide pos="728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46978-7416-46E7-A1BD-C7707B4B20B5}" type="datetimeFigureOut">
              <a:rPr lang="en-AU" smtClean="0"/>
              <a:t>22/05/2026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0292D-A54E-4231-AFBF-7BBE27F6739B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0640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9F9306-92E1-436C-B809-348A0F6CEBC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3408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resentation Title Page-Glob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6.9 10 logo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98376"/>
            <a:ext cx="12192000" cy="1170619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1046506"/>
            <a:ext cx="12192000" cy="2213596"/>
          </a:xfrm>
          <a:prstGeom prst="rect">
            <a:avLst/>
          </a:prstGeom>
          <a:solidFill>
            <a:srgbClr val="243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294956"/>
            <a:ext cx="10972800" cy="869416"/>
          </a:xfrm>
          <a:prstGeom prst="rect">
            <a:avLst/>
          </a:prstGeom>
        </p:spPr>
        <p:txBody>
          <a:bodyPr anchor="b"/>
          <a:lstStyle>
            <a:lvl1pPr algn="ctr">
              <a:defRPr spc="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headline here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197499"/>
            <a:ext cx="10972800" cy="817224"/>
          </a:xfrm>
          <a:prstGeom prst="rect">
            <a:avLst/>
          </a:prstGeom>
        </p:spPr>
        <p:txBody>
          <a:bodyPr/>
          <a:lstStyle>
            <a:lvl1pPr algn="ctr">
              <a:defRPr b="0" i="0" spc="16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Insert subhead here</a:t>
            </a:r>
          </a:p>
        </p:txBody>
      </p:sp>
    </p:spTree>
    <p:extLst>
      <p:ext uri="{BB962C8B-B14F-4D97-AF65-F5344CB8AC3E}">
        <p14:creationId xmlns:p14="http://schemas.microsoft.com/office/powerpoint/2010/main" val="3350129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Page-North Am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6.9 4 logo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87381"/>
            <a:ext cx="12192000" cy="1170619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1046506"/>
            <a:ext cx="12192000" cy="2213596"/>
          </a:xfrm>
          <a:prstGeom prst="rect">
            <a:avLst/>
          </a:prstGeom>
          <a:solidFill>
            <a:srgbClr val="243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294956"/>
            <a:ext cx="10972800" cy="869416"/>
          </a:xfrm>
          <a:prstGeom prst="rect">
            <a:avLst/>
          </a:prstGeom>
        </p:spPr>
        <p:txBody>
          <a:bodyPr anchor="b"/>
          <a:lstStyle>
            <a:lvl1pPr algn="ctr">
              <a:defRPr spc="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headline here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197499"/>
            <a:ext cx="10972800" cy="817224"/>
          </a:xfrm>
          <a:prstGeom prst="rect">
            <a:avLst/>
          </a:prstGeom>
        </p:spPr>
        <p:txBody>
          <a:bodyPr/>
          <a:lstStyle>
            <a:lvl1pPr algn="ctr">
              <a:defRPr b="0" i="0" spc="16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Insert subhead here</a:t>
            </a:r>
          </a:p>
        </p:txBody>
      </p:sp>
    </p:spTree>
    <p:extLst>
      <p:ext uri="{BB962C8B-B14F-4D97-AF65-F5344CB8AC3E}">
        <p14:creationId xmlns:p14="http://schemas.microsoft.com/office/powerpoint/2010/main" val="131201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Page-Eur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6.9 4-2 logo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87381"/>
            <a:ext cx="12192000" cy="1170619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1046506"/>
            <a:ext cx="12192000" cy="2213596"/>
          </a:xfrm>
          <a:prstGeom prst="rect">
            <a:avLst/>
          </a:prstGeom>
          <a:solidFill>
            <a:srgbClr val="243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294956"/>
            <a:ext cx="10972800" cy="869416"/>
          </a:xfrm>
          <a:prstGeom prst="rect">
            <a:avLst/>
          </a:prstGeom>
        </p:spPr>
        <p:txBody>
          <a:bodyPr anchor="b"/>
          <a:lstStyle>
            <a:lvl1pPr algn="ctr">
              <a:defRPr spc="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headline here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197499"/>
            <a:ext cx="10972800" cy="817224"/>
          </a:xfrm>
          <a:prstGeom prst="rect">
            <a:avLst/>
          </a:prstGeom>
        </p:spPr>
        <p:txBody>
          <a:bodyPr/>
          <a:lstStyle>
            <a:lvl1pPr algn="ctr">
              <a:defRPr b="0" i="0" spc="16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Insert subhead here</a:t>
            </a:r>
          </a:p>
        </p:txBody>
      </p:sp>
    </p:spTree>
    <p:extLst>
      <p:ext uri="{BB962C8B-B14F-4D97-AF65-F5344CB8AC3E}">
        <p14:creationId xmlns:p14="http://schemas.microsoft.com/office/powerpoint/2010/main" val="1371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Page-GM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6.9 5 logo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87381"/>
            <a:ext cx="12192000" cy="1170619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1046506"/>
            <a:ext cx="12192000" cy="2213596"/>
          </a:xfrm>
          <a:prstGeom prst="rect">
            <a:avLst/>
          </a:prstGeom>
          <a:solidFill>
            <a:srgbClr val="243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294956"/>
            <a:ext cx="10972800" cy="869416"/>
          </a:xfrm>
          <a:prstGeom prst="rect">
            <a:avLst/>
          </a:prstGeom>
        </p:spPr>
        <p:txBody>
          <a:bodyPr anchor="b"/>
          <a:lstStyle>
            <a:lvl1pPr algn="ctr">
              <a:defRPr spc="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headline here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197499"/>
            <a:ext cx="10972800" cy="817224"/>
          </a:xfrm>
          <a:prstGeom prst="rect">
            <a:avLst/>
          </a:prstGeom>
        </p:spPr>
        <p:txBody>
          <a:bodyPr/>
          <a:lstStyle>
            <a:lvl1pPr algn="ctr">
              <a:defRPr b="0" i="0" spc="16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Insert subhead here</a:t>
            </a:r>
          </a:p>
        </p:txBody>
      </p:sp>
    </p:spTree>
    <p:extLst>
      <p:ext uri="{BB962C8B-B14F-4D97-AF65-F5344CB8AC3E}">
        <p14:creationId xmlns:p14="http://schemas.microsoft.com/office/powerpoint/2010/main" val="405160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Page-Ch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16.9 7 logo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87381"/>
            <a:ext cx="12192000" cy="1170619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1046506"/>
            <a:ext cx="12192000" cy="2213596"/>
          </a:xfrm>
          <a:prstGeom prst="rect">
            <a:avLst/>
          </a:prstGeom>
          <a:solidFill>
            <a:srgbClr val="243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294956"/>
            <a:ext cx="10972800" cy="869416"/>
          </a:xfrm>
          <a:prstGeom prst="rect">
            <a:avLst/>
          </a:prstGeom>
        </p:spPr>
        <p:txBody>
          <a:bodyPr anchor="b"/>
          <a:lstStyle>
            <a:lvl1pPr algn="ctr">
              <a:defRPr spc="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headline here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2197499"/>
            <a:ext cx="10972800" cy="817224"/>
          </a:xfrm>
          <a:prstGeom prst="rect">
            <a:avLst/>
          </a:prstGeom>
        </p:spPr>
        <p:txBody>
          <a:bodyPr/>
          <a:lstStyle>
            <a:lvl1pPr algn="ctr">
              <a:defRPr b="0" i="0" spc="16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lvl="0"/>
            <a:r>
              <a:rPr lang="en-US" dirty="0"/>
              <a:t>Insert subhead here</a:t>
            </a:r>
          </a:p>
        </p:txBody>
      </p:sp>
    </p:spTree>
    <p:extLst>
      <p:ext uri="{BB962C8B-B14F-4D97-AF65-F5344CB8AC3E}">
        <p14:creationId xmlns:p14="http://schemas.microsoft.com/office/powerpoint/2010/main" val="4229563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906000" y="6406487"/>
            <a:ext cx="1895231" cy="304271"/>
          </a:xfrm>
          <a:prstGeom prst="rect">
            <a:avLst/>
          </a:prstGeom>
        </p:spPr>
        <p:txBody>
          <a:bodyPr/>
          <a:lstStyle>
            <a:lvl1pPr algn="r">
              <a:defRPr sz="1167"/>
            </a:lvl1pPr>
          </a:lstStyle>
          <a:p>
            <a:fld id="{43ECC95E-352D-4D69-8937-42A7A24A9C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6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-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567" y="305614"/>
            <a:ext cx="11429100" cy="696418"/>
          </a:xfrm>
          <a:prstGeom prst="rect">
            <a:avLst/>
          </a:prstGeom>
        </p:spPr>
        <p:txBody>
          <a:bodyPr>
            <a:noAutofit/>
          </a:bodyPr>
          <a:lstStyle>
            <a:lvl1pPr defTabSz="420671">
              <a:defRPr sz="3333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768" y="1016000"/>
            <a:ext cx="11430000" cy="4833963"/>
          </a:xfrm>
        </p:spPr>
        <p:txBody>
          <a:bodyPr>
            <a:noAutofit/>
          </a:bodyPr>
          <a:lstStyle>
            <a:lvl1pPr marL="0" indent="0">
              <a:spcBef>
                <a:spcPts val="1667"/>
              </a:spcBef>
              <a:buFontTx/>
              <a:buNone/>
              <a:defRPr sz="2500" b="1" i="1"/>
            </a:lvl1pPr>
            <a:lvl2pPr marL="380985" indent="-380985">
              <a:spcBef>
                <a:spcPts val="1667"/>
              </a:spcBef>
              <a:buFont typeface="Wingdings 3" panose="05040102010807070707" pitchFamily="18" charset="2"/>
              <a:buChar char="u"/>
              <a:defRPr sz="2500"/>
            </a:lvl2pPr>
            <a:lvl3pPr marL="761970" indent="-285739">
              <a:buFont typeface="Wingdings 3" panose="05040102010807070707" pitchFamily="18" charset="2"/>
              <a:buChar char="u"/>
              <a:defRPr sz="2000"/>
            </a:lvl3pPr>
            <a:lvl4pPr marL="1142954" indent="-285739">
              <a:defRPr sz="1667"/>
            </a:lvl4pPr>
            <a:lvl5pPr marL="1481607" indent="-243407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906000" y="6406487"/>
            <a:ext cx="1895231" cy="304271"/>
          </a:xfrm>
          <a:prstGeom prst="rect">
            <a:avLst/>
          </a:prstGeom>
        </p:spPr>
        <p:txBody>
          <a:bodyPr/>
          <a:lstStyle>
            <a:lvl1pPr algn="r">
              <a:defRPr sz="1167"/>
            </a:lvl1pPr>
          </a:lstStyle>
          <a:p>
            <a:fld id="{43ECC95E-352D-4D69-8937-42A7A24A9C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123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>
          <a:xfrm>
            <a:off x="446035" y="1123952"/>
            <a:ext cx="11298767" cy="4684713"/>
          </a:xfrm>
        </p:spPr>
        <p:txBody>
          <a:bodyPr/>
          <a:lstStyle>
            <a:lvl1pPr>
              <a:defRPr spc="0"/>
            </a:lvl1pPr>
            <a:lvl2pPr>
              <a:defRPr spc="0"/>
            </a:lvl2pPr>
            <a:lvl3pPr>
              <a:defRPr spc="0"/>
            </a:lvl3pPr>
            <a:lvl4pPr>
              <a:defRPr spc="0"/>
            </a:lvl4pPr>
            <a:lvl5pPr>
              <a:defRPr spc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91419" y="6375136"/>
            <a:ext cx="26545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7" kern="1000" spc="200">
                <a:solidFill>
                  <a:srgbClr val="676A6C"/>
                </a:solidFill>
                <a:latin typeface="Verdana"/>
                <a:cs typeface="Verdana"/>
              </a:defRPr>
            </a:lvl1pPr>
          </a:lstStyle>
          <a:p>
            <a:fld id="{6BD0D143-8E97-0D42-B378-8B0D45EF99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04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70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609585" rtl="0" eaLnBrk="1" latinLnBrk="0" hangingPunct="1">
        <a:spcBef>
          <a:spcPct val="0"/>
        </a:spcBef>
        <a:buNone/>
        <a:defRPr sz="2667" b="1" i="0" kern="1100" cap="all" spc="200">
          <a:solidFill>
            <a:schemeClr val="tx2"/>
          </a:solidFill>
          <a:latin typeface="Verdana"/>
          <a:ea typeface="+mj-ea"/>
          <a:cs typeface="Verdana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Clr>
          <a:srgbClr val="02502D"/>
        </a:buClr>
        <a:buFont typeface="Wingdings" charset="2"/>
        <a:buNone/>
        <a:defRPr sz="2133" kern="1200" spc="200">
          <a:solidFill>
            <a:srgbClr val="585D60"/>
          </a:solidFill>
          <a:latin typeface="GM Sans"/>
          <a:ea typeface="+mn-ea"/>
          <a:cs typeface="GM Sans Regular"/>
        </a:defRPr>
      </a:lvl1pPr>
      <a:lvl2pPr marL="387341" indent="-380990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133" kern="1200" spc="200">
          <a:solidFill>
            <a:srgbClr val="585D60"/>
          </a:solidFill>
          <a:latin typeface="GM Sans"/>
          <a:ea typeface="+mn-ea"/>
          <a:cs typeface="GM Sans Regular"/>
        </a:defRPr>
      </a:lvl2pPr>
      <a:lvl3pPr marL="912261" indent="-311143" algn="l" defTabSz="912261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133" kern="1200" spc="200">
          <a:solidFill>
            <a:srgbClr val="585D60"/>
          </a:solidFill>
          <a:latin typeface="GM Sans"/>
          <a:ea typeface="+mn-ea"/>
          <a:cs typeface="GM Sans Regular"/>
        </a:defRPr>
      </a:lvl3pPr>
      <a:lvl4pPr marL="1608626" indent="-304792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67" kern="1200">
          <a:solidFill>
            <a:srgbClr val="585D60"/>
          </a:solidFill>
          <a:latin typeface="GM Sans Light"/>
          <a:ea typeface="+mn-ea"/>
          <a:cs typeface="GM Sans Light"/>
        </a:defRPr>
      </a:lvl4pPr>
      <a:lvl5pPr marL="1608626" indent="-304792" algn="l" defTabSz="609585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67" kern="1200">
          <a:solidFill>
            <a:srgbClr val="585D60"/>
          </a:solidFill>
          <a:latin typeface="GM Sans Light"/>
          <a:ea typeface="+mn-ea"/>
          <a:cs typeface="GM Sans Light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7501" y="2062323"/>
            <a:ext cx="8936235" cy="3880773"/>
          </a:xfrm>
          <a:prstGeom prst="rect">
            <a:avLst/>
          </a:prstGeom>
        </p:spPr>
        <p:txBody>
          <a:bodyPr vert="horz" lIns="109728" tIns="54864" rIns="109728" bIns="5486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3104" y="173456"/>
            <a:ext cx="1681548" cy="865156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0" y="6757147"/>
            <a:ext cx="12192000" cy="100853"/>
            <a:chOff x="1" y="8108576"/>
            <a:chExt cx="14630400" cy="121024"/>
          </a:xfrm>
        </p:grpSpPr>
        <p:sp>
          <p:nvSpPr>
            <p:cNvPr id="10" name="Rectangle 9"/>
            <p:cNvSpPr/>
            <p:nvPr/>
          </p:nvSpPr>
          <p:spPr>
            <a:xfrm>
              <a:off x="6777319" y="8108576"/>
              <a:ext cx="7853082" cy="121024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" y="8108576"/>
              <a:ext cx="2850776" cy="121024"/>
            </a:xfrm>
            <a:prstGeom prst="rect">
              <a:avLst/>
            </a:prstGeom>
            <a:solidFill>
              <a:schemeClr val="tx1"/>
            </a:solidFill>
            <a:ln w="762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850777" y="8108576"/>
              <a:ext cx="3926542" cy="121024"/>
            </a:xfrm>
            <a:prstGeom prst="rect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 dirty="0"/>
            </a:p>
          </p:txBody>
        </p:sp>
      </p:grpSp>
      <p:grpSp>
        <p:nvGrpSpPr>
          <p:cNvPr id="13" name="Group 12"/>
          <p:cNvGrpSpPr/>
          <p:nvPr userDrawn="1"/>
        </p:nvGrpSpPr>
        <p:grpSpPr>
          <a:xfrm>
            <a:off x="0" y="0"/>
            <a:ext cx="12192000" cy="100853"/>
            <a:chOff x="19623" y="0"/>
            <a:chExt cx="14630400" cy="121024"/>
          </a:xfrm>
        </p:grpSpPr>
        <p:sp>
          <p:nvSpPr>
            <p:cNvPr id="14" name="Rectangle 13"/>
            <p:cNvSpPr/>
            <p:nvPr/>
          </p:nvSpPr>
          <p:spPr>
            <a:xfrm>
              <a:off x="6796941" y="0"/>
              <a:ext cx="7853082" cy="121024"/>
            </a:xfrm>
            <a:prstGeom prst="rect">
              <a:avLst/>
            </a:prstGeom>
            <a:solidFill>
              <a:schemeClr val="accent1"/>
            </a:solidFill>
            <a:ln w="762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623" y="0"/>
              <a:ext cx="2850776" cy="121024"/>
            </a:xfrm>
            <a:prstGeom prst="rect">
              <a:avLst/>
            </a:prstGeom>
            <a:solidFill>
              <a:schemeClr val="tx1"/>
            </a:solidFill>
            <a:ln w="762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70399" y="0"/>
              <a:ext cx="3926542" cy="121024"/>
            </a:xfrm>
            <a:prstGeom prst="rect">
              <a:avLst/>
            </a:prstGeom>
            <a:solidFill>
              <a:schemeClr val="tx2"/>
            </a:solidFill>
            <a:ln w="762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 dirty="0"/>
            </a:p>
          </p:txBody>
        </p:sp>
      </p:grpSp>
      <p:sp>
        <p:nvSpPr>
          <p:cNvPr id="17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906000" y="6406487"/>
            <a:ext cx="1895231" cy="304271"/>
          </a:xfrm>
          <a:prstGeom prst="rect">
            <a:avLst/>
          </a:prstGeom>
        </p:spPr>
        <p:txBody>
          <a:bodyPr/>
          <a:lstStyle>
            <a:lvl1pPr algn="r">
              <a:defRPr sz="1167"/>
            </a:lvl1pPr>
          </a:lstStyle>
          <a:p>
            <a:fld id="{43ECC95E-352D-4D69-8937-42A7A24A9C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138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</p:sldLayoutIdLst>
  <p:hf hdr="0" ftr="0" dt="0"/>
  <p:txStyles>
    <p:titleStyle>
      <a:lvl1pPr algn="l" defTabSz="457182" rtl="0" eaLnBrk="1" latinLnBrk="0" hangingPunct="1">
        <a:spcBef>
          <a:spcPct val="0"/>
        </a:spcBef>
        <a:buNone/>
        <a:defRPr sz="3333" b="1" kern="1200" spc="0" baseline="0">
          <a:solidFill>
            <a:schemeClr val="accent2"/>
          </a:solidFill>
          <a:latin typeface="+mj-lt"/>
          <a:ea typeface="+mj-ea"/>
          <a:cs typeface="GM Sans Regular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94461" indent="-194461" algn="l" defTabSz="457182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Arial"/>
        <a:buChar char="•"/>
        <a:defRPr sz="183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GM Sans Regular"/>
        </a:defRPr>
      </a:lvl1pPr>
      <a:lvl2pPr marL="742920" indent="-285739" algn="l" defTabSz="457182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Courier New"/>
        <a:buChar char="o"/>
        <a:defRPr sz="15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GM Sans Regular"/>
        </a:defRPr>
      </a:lvl2pPr>
      <a:lvl3pPr marL="1142954" indent="-228591" algn="l" defTabSz="457182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1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GM Sans Regular"/>
        </a:defRPr>
      </a:lvl3pPr>
      <a:lvl4pPr marL="1600136" indent="-228591" algn="l" defTabSz="457182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GM Sans Regular"/>
        </a:defRPr>
      </a:lvl4pPr>
      <a:lvl5pPr marL="2057318" indent="-228591" algn="l" defTabSz="457182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GM Sans Regular"/>
        </a:defRPr>
      </a:lvl5pPr>
      <a:lvl6pPr marL="2514499" indent="-228591" algn="l" defTabSz="457182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681" indent="-228591" algn="l" defTabSz="457182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863" indent="-228591" algn="l" defTabSz="457182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045" indent="-228591" algn="l" defTabSz="457182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6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2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457182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457182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2074095" y="2584767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" y="1109272"/>
            <a:ext cx="12192000" cy="5606321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21000">
                <a:schemeClr val="accent1">
                  <a:lumMod val="45000"/>
                  <a:lumOff val="55000"/>
                </a:schemeClr>
              </a:gs>
            </a:gsLst>
            <a:lin ang="16200000" scaled="1"/>
            <a:tileRect/>
          </a:gradFill>
        </p:spPr>
        <p:txBody>
          <a:bodyPr>
            <a:noAutofit/>
          </a:bodyPr>
          <a:lstStyle/>
          <a:p>
            <a:pPr algn="ctr" defTabSz="420671">
              <a:spcBef>
                <a:spcPct val="0"/>
              </a:spcBef>
            </a:pPr>
            <a:endParaRPr lang="ru-RU" sz="3200" b="1" dirty="0">
              <a:solidFill>
                <a:srgbClr val="63705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869401"/>
              </p:ext>
            </p:extLst>
          </p:nvPr>
        </p:nvGraphicFramePr>
        <p:xfrm>
          <a:off x="4244455" y="1542866"/>
          <a:ext cx="7839690" cy="4634169"/>
        </p:xfrm>
        <a:graphic>
          <a:graphicData uri="http://schemas.openxmlformats.org/drawingml/2006/table">
            <a:tbl>
              <a:tblPr firstRow="1" bandRow="1"/>
              <a:tblGrid>
                <a:gridCol w="1631689"/>
                <a:gridCol w="1685437"/>
                <a:gridCol w="1384554"/>
                <a:gridCol w="1707406"/>
                <a:gridCol w="1430604"/>
              </a:tblGrid>
              <a:tr h="1216339">
                <a:tc gridSpan="5">
                  <a:txBody>
                    <a:bodyPr/>
                    <a:lstStyle/>
                    <a:p>
                      <a:pPr marL="914400" lvl="2" algn="ctr" rtl="0" eaLnBrk="1" fontAlgn="ctr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en-US" sz="1800" b="0" i="0" u="none" strike="noStrike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1">
                        <a:lnSpc>
                          <a:spcPct val="200000"/>
                        </a:lnSpc>
                      </a:pPr>
                      <a:endParaRPr lang="ru-RU" sz="1800" kern="12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417830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 smtClean="0">
                          <a:solidFill>
                            <a:srgbClr val="637052"/>
                          </a:solidFill>
                          <a:latin typeface="Times New Roman" panose="02020603050405020304" pitchFamily="18" charset="0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BINO ICHIDA VA TASHQARI-SIDA CHORRAHA-LARDA TO‘XTA VA YON TARAFGA QARA</a:t>
                      </a:r>
                      <a:endParaRPr lang="en-US" sz="1800" b="1" kern="1200" dirty="0">
                        <a:solidFill>
                          <a:srgbClr val="637052"/>
                        </a:solidFill>
                        <a:latin typeface="Times New Roman" panose="02020603050405020304" pitchFamily="18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 smtClean="0">
                          <a:solidFill>
                            <a:srgbClr val="637052"/>
                          </a:solidFill>
                          <a:latin typeface="Times New Roman" panose="02020603050405020304" pitchFamily="18" charset="0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MOBIL TRANSPORT VOSITALARI-DAN IKKI QADAM NARI TUR</a:t>
                      </a:r>
                      <a:endParaRPr lang="en-US" sz="1800" b="1" kern="1200" dirty="0">
                        <a:solidFill>
                          <a:srgbClr val="637052"/>
                        </a:solidFill>
                        <a:latin typeface="Times New Roman" panose="02020603050405020304" pitchFamily="18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 smtClean="0">
                          <a:solidFill>
                            <a:srgbClr val="637052"/>
                          </a:solidFill>
                          <a:latin typeface="Times New Roman" panose="02020603050405020304" pitchFamily="18" charset="0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YO‘LAKNI HAYDOV-CHI RUXSATI-SIZ KESIB O‘TMA</a:t>
                      </a:r>
                      <a:endParaRPr lang="en-US" sz="1800" b="1" kern="1200" dirty="0">
                        <a:solidFill>
                          <a:srgbClr val="637052"/>
                        </a:solidFill>
                        <a:latin typeface="Times New Roman" panose="02020603050405020304" pitchFamily="18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 smtClean="0">
                          <a:solidFill>
                            <a:srgbClr val="637052"/>
                          </a:solidFill>
                          <a:latin typeface="Times New Roman" panose="02020603050405020304" pitchFamily="18" charset="0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TRANSPORT VOSITALARI VA PIYODALAR TO‘QNASHU-VI “0” </a:t>
                      </a:r>
                      <a:endParaRPr lang="en-US" sz="1800" b="1" kern="1200" dirty="0">
                        <a:solidFill>
                          <a:srgbClr val="637052"/>
                        </a:solidFill>
                        <a:latin typeface="Times New Roman" panose="02020603050405020304" pitchFamily="18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 smtClean="0">
                          <a:solidFill>
                            <a:srgbClr val="637052"/>
                          </a:solidFill>
                          <a:latin typeface="Times New Roman" panose="02020603050405020304" pitchFamily="18" charset="0"/>
                          <a:ea typeface="Open Sans" panose="020B0606030504020204" pitchFamily="34" charset="0"/>
                          <a:cs typeface="Times New Roman" panose="02020603050405020304" pitchFamily="18" charset="0"/>
                        </a:rPr>
                        <a:t>AVTOMO-BILDA KAMARSIZ HARAKAT-LANMA</a:t>
                      </a:r>
                      <a:endParaRPr lang="en-US" sz="1800" b="1" kern="1200" dirty="0">
                        <a:solidFill>
                          <a:srgbClr val="637052"/>
                        </a:solidFill>
                        <a:latin typeface="Times New Roman" panose="02020603050405020304" pitchFamily="18" charset="0"/>
                        <a:ea typeface="Open Sans" panose="020B0606030504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Прямоугольник 15"/>
          <p:cNvSpPr/>
          <p:nvPr/>
        </p:nvSpPr>
        <p:spPr>
          <a:xfrm>
            <a:off x="4376736" y="1939069"/>
            <a:ext cx="7707409" cy="504328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 defTabSz="420671">
              <a:spcBef>
                <a:spcPct val="0"/>
              </a:spcBef>
            </a:pPr>
            <a:r>
              <a:rPr lang="en-US" sz="3200" b="1" dirty="0" smtClean="0">
                <a:solidFill>
                  <a:srgbClr val="FFC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3-2-1</a:t>
            </a:r>
            <a:r>
              <a:rPr lang="en-US" sz="3200" b="1" dirty="0" smtClean="0">
                <a:solidFill>
                  <a:srgbClr val="63705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VA </a:t>
            </a:r>
            <a:r>
              <a:rPr lang="en-US" sz="3200" b="1" dirty="0" smtClean="0">
                <a:solidFill>
                  <a:srgbClr val="FFC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0</a:t>
            </a:r>
            <a:r>
              <a:rPr lang="en-US" sz="3200" b="1" dirty="0" smtClean="0">
                <a:solidFill>
                  <a:srgbClr val="63705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QOIDASINI BAJARILISHI</a:t>
            </a:r>
            <a:endParaRPr lang="ru-RU" sz="3200" b="1" dirty="0">
              <a:solidFill>
                <a:srgbClr val="637052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Овал 16"/>
          <p:cNvSpPr/>
          <p:nvPr/>
        </p:nvSpPr>
        <p:spPr>
          <a:xfrm>
            <a:off x="101994" y="1719618"/>
            <a:ext cx="3944203" cy="4012442"/>
          </a:xfrm>
          <a:prstGeom prst="ellipse">
            <a:avLst/>
          </a:prstGeom>
          <a:solidFill>
            <a:srgbClr val="C00000"/>
          </a:solidFill>
          <a:ln w="127000" cap="flat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623760" y="345233"/>
            <a:ext cx="8268469" cy="477054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pPr algn="ctr" defTabSz="420671">
              <a:spcBef>
                <a:spcPct val="0"/>
              </a:spcBef>
            </a:pPr>
            <a:r>
              <a:rPr lang="en-US" sz="3200" b="1" dirty="0" smtClean="0">
                <a:solidFill>
                  <a:srgbClr val="FFC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3-2-1</a:t>
            </a:r>
            <a:r>
              <a:rPr lang="en-US" sz="3200" b="1" dirty="0" smtClean="0">
                <a:solidFill>
                  <a:srgbClr val="63705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VA </a:t>
            </a:r>
            <a:r>
              <a:rPr lang="en-US" sz="3200" b="1" dirty="0" smtClean="0">
                <a:solidFill>
                  <a:srgbClr val="FFC000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0</a:t>
            </a:r>
            <a:r>
              <a:rPr lang="en-US" sz="3200" b="1" dirty="0" smtClean="0">
                <a:solidFill>
                  <a:srgbClr val="63705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QOIDASIGA AMAL QILING!!!</a:t>
            </a:r>
            <a:endParaRPr lang="ru-RU" sz="3200" b="1" dirty="0">
              <a:solidFill>
                <a:srgbClr val="637052"/>
              </a:solidFill>
              <a:latin typeface="Times New Roman" panose="02020603050405020304" pitchFamily="18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94" y="199595"/>
            <a:ext cx="1808512" cy="7557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1528" y="3310340"/>
            <a:ext cx="36051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DIQQAT !!!</a:t>
            </a:r>
            <a:endParaRPr lang="ru-RU" sz="3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93853" y="2191233"/>
            <a:ext cx="9604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3073" y="4049226"/>
            <a:ext cx="9604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24867" y="4019146"/>
            <a:ext cx="9604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605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585D60"/>
      </a:dk1>
      <a:lt1>
        <a:sysClr val="window" lastClr="FFFFFF"/>
      </a:lt1>
      <a:dk2>
        <a:srgbClr val="243E8D"/>
      </a:dk2>
      <a:lt2>
        <a:srgbClr val="E2E1E4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M-Corporate-PPT-16x9ratio-verdana-8-2015_V2.pptx" id="{E2781148-E502-4945-BC51-56F21D136A1B}" vid="{066F5322-E797-4B3D-B73D-84906376334C}"/>
    </a:ext>
  </a:extLst>
</a:theme>
</file>

<file path=ppt/theme/theme2.xml><?xml version="1.0" encoding="utf-8"?>
<a:theme xmlns:a="http://schemas.openxmlformats.org/drawingml/2006/main" name="Facet">
  <a:themeElements>
    <a:clrScheme name="Custom 5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FC000"/>
      </a:accent1>
      <a:accent2>
        <a:srgbClr val="3F3F3F"/>
      </a:accent2>
      <a:accent3>
        <a:srgbClr val="595959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2014 GBC fonts">
      <a:majorFont>
        <a:latin typeface="GM Sans Regular"/>
        <a:ea typeface=""/>
        <a:cs typeface="Arial"/>
      </a:majorFont>
      <a:minorFont>
        <a:latin typeface="GM Sans Regular"/>
        <a:ea typeface=""/>
        <a:cs typeface="Arial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solidFill>
          <a:srgbClr val="FF0000"/>
        </a:solidFill>
        <a:ln w="76200"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3AE0C675AE864487239CC270747157" ma:contentTypeVersion="1" ma:contentTypeDescription="Create a new document." ma:contentTypeScope="" ma:versionID="8dcbb9281a5de0cb750c56ae27947bce">
  <xsd:schema xmlns:xsd="http://www.w3.org/2001/XMLSchema" xmlns:xs="http://www.w3.org/2001/XMLSchema" xmlns:p="http://schemas.microsoft.com/office/2006/metadata/properties" xmlns:ns2="c79b19b8-593c-4129-b9ed-ce0160578442" targetNamespace="http://schemas.microsoft.com/office/2006/metadata/properties" ma:root="true" ma:fieldsID="e982952d702b525023a76f7ecdf98955" ns2:_="">
    <xsd:import namespace="c79b19b8-593c-4129-b9ed-ce0160578442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b19b8-593c-4129-b9ed-ce016057844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58E60A-6110-4759-BF39-C9D348A61E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b19b8-593c-4129-b9ed-ce01605784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71B75F-44D5-4E90-96D2-6B151F8B13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C17A15-F5B8-4F86-A0EB-F675D344887A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c79b19b8-593c-4129-b9ed-ce0160578442"/>
    <ds:schemaRef ds:uri="http://schemas.microsoft.com/office/2006/metadata/properties"/>
    <ds:schemaRef ds:uri="http://purl.org/dc/terms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3007</TotalTime>
  <Words>53</Words>
  <Application>Microsoft Office PowerPoint</Application>
  <PresentationFormat>Широкоэкранный</PresentationFormat>
  <Paragraphs>14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</vt:i4>
      </vt:variant>
    </vt:vector>
  </HeadingPairs>
  <TitlesOfParts>
    <vt:vector size="14" baseType="lpstr">
      <vt:lpstr>Arial</vt:lpstr>
      <vt:lpstr>Calibri</vt:lpstr>
      <vt:lpstr>Courier New</vt:lpstr>
      <vt:lpstr>GM Sans</vt:lpstr>
      <vt:lpstr>GM Sans Light</vt:lpstr>
      <vt:lpstr>GM Sans Regular</vt:lpstr>
      <vt:lpstr>Open Sans</vt:lpstr>
      <vt:lpstr>Times New Roman</vt:lpstr>
      <vt:lpstr>Verdana</vt:lpstr>
      <vt:lpstr>Wingdings</vt:lpstr>
      <vt:lpstr>Wingdings 3</vt:lpstr>
      <vt:lpstr>1_Office Theme</vt:lpstr>
      <vt:lpstr>Facet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 Ericson</dc:creator>
  <cp:lastModifiedBy>Uktamboy Karimov</cp:lastModifiedBy>
  <cp:revision>101</cp:revision>
  <cp:lastPrinted>2026-05-21T06:21:48Z</cp:lastPrinted>
  <dcterms:created xsi:type="dcterms:W3CDTF">2018-12-17T12:32:13Z</dcterms:created>
  <dcterms:modified xsi:type="dcterms:W3CDTF">2026-05-22T08:51:36Z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0x0101005C3AE0C675AE864487239CC270747157</vt:lpwstr>
  </property>
</Properties>
</file>